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renthar S" userId="bd7f1943de063947" providerId="LiveId" clId="{F91C9FC3-8A2C-491F-98BE-D93FCAD51124}"/>
    <pc:docChg chg="modSld">
      <pc:chgData name="Narenthar S" userId="bd7f1943de063947" providerId="LiveId" clId="{F91C9FC3-8A2C-491F-98BE-D93FCAD51124}" dt="2026-07-28T14:29:21.335" v="8" actId="20577"/>
      <pc:docMkLst>
        <pc:docMk/>
      </pc:docMkLst>
      <pc:sldChg chg="modSp mod">
        <pc:chgData name="Narenthar S" userId="bd7f1943de063947" providerId="LiveId" clId="{F91C9FC3-8A2C-491F-98BE-D93FCAD51124}" dt="2026-07-28T14:29:21.335" v="8" actId="20577"/>
        <pc:sldMkLst>
          <pc:docMk/>
          <pc:sldMk cId="0" sldId="256"/>
        </pc:sldMkLst>
        <pc:spChg chg="mod">
          <ac:chgData name="Narenthar S" userId="bd7f1943de063947" providerId="LiveId" clId="{F91C9FC3-8A2C-491F-98BE-D93FCAD51124}" dt="2026-07-28T14:29:21.335" v="8" actId="20577"/>
          <ac:spMkLst>
            <pc:docMk/>
            <pc:sldMk cId="0" sldId="256"/>
            <ac:spMk id="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4530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 Billing &amp; Inventory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468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9456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Demo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DE3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billing • Inventory management • WhatsApp PDF invoices • Order history &amp; export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4937760"/>
            <a:ext cx="10789920" cy="914400"/>
          </a:xfrm>
          <a:prstGeom prst="roundRect">
            <a:avLst/>
          </a:prstGeom>
          <a:solidFill>
            <a:srgbClr val="121A33"/>
          </a:solidFill>
          <a:ln w="12700">
            <a:solidFill>
              <a:srgbClr val="121A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507492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DE3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shop: Test Cafe (sample data)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DDE3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Date: 15 Jun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630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12191695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09728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17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will cover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874520"/>
            <a:ext cx="1042416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Business problem we solve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Solution overview &amp; platforms (Mobile/Web/Desktop)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Key features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Demo flow (Inventory → Billing → Invoice → History → Export)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Deployment options &amp; next steps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630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product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12191695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539496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173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Common pain points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874520"/>
            <a:ext cx="484632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Manual billing slows checkout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consistent receipts / invoices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Inventory and pricing errors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order history and reporting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Hard to share bills on WhatsApp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188720"/>
            <a:ext cx="530352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4173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Impact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1874520"/>
            <a:ext cx="475488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Longer queues and missed sales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Customer disputes on totals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Revenue leakage due to wrong pricing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visibility into daily/weekly sales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630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Solution overview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12191695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09728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17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 Billing &amp; Inventory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874520"/>
            <a:ext cx="10424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simple, fast POS app designed for small shops/cafes.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Create items with base price, variants and add-ons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Quick cart billing with accurate totals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Generate and share WhatsApp PDF invoice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Order history with Order ID and export (HTML/CSV)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352044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0690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Mobile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4526280"/>
            <a:ext cx="29718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Android APK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iOS (EAS build)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Expo Go for quick testing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3400" y="3840480"/>
            <a:ext cx="352044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40690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Web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4526280"/>
            <a:ext cx="29718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Runs in browser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Good for larger screens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Same features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3840480"/>
            <a:ext cx="356616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4069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Desktop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21040" y="4526280"/>
            <a:ext cx="30175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Electron desktop app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Windows/macOS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Uses built web bundle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630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features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12191695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173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Billing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874520"/>
            <a:ext cx="493776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Fast cart billing with quantities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Variants (e.g., Small/Medium/Large)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Add-ons (e.g., Extra cheese)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Order ID generated for every checkout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188720"/>
            <a:ext cx="530352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4173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Invoices &amp; sharing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1874520"/>
            <a:ext cx="4754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WhatsApp PDF invoice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SMS/Message bill text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Customer phone optional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54864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160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History &amp; export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4617720"/>
            <a:ext cx="49377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Order History (newest first)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Export date range to HTML / CSV (Excel)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Totals: orders, items, revenue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3931920"/>
            <a:ext cx="530352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41605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Admin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4617720"/>
            <a:ext cx="47548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License-key based login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Reset storage when needed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630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data (sample)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12191695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09728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17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Sample menu setup (for demo)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874520"/>
            <a:ext cx="1042416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sample data while presenting: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Coffee — Base ₹60 | Variants: Small ₹50, Medium ₹60, Large ₹80 | Add-ons: Extra shot ₹20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 — Base ₹40 | Variants: Regular ₹40, Strong ₹45 | Add-ons: Lemon ₹5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Sandwich — Base ₹120 | Variants: Veg ₹120, Chicken ₹160 | Add-ons: Cheese ₹15, Extra sauce ₹10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Muffin — Base ₹70 | Add-ons: Chocolate ₹10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630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Demo flow (live)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12191695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09728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17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Suggested demo steps (5–7 minutes)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874520"/>
            <a:ext cx="1042416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Login with license key → show shop name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Add 2 items with variant + add-on (Inventory tab)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Go to Billing → add items to cart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Enter customer WhatsApp number (optional) → Checkout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Show generated Order ID (e.g., ORD-000023)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Send WhatsApp PDF invoice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Open History → show order and export report (HTML/CSV)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630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order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12191695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54864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173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Sample bill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874520"/>
            <a:ext cx="493776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 ID: ORD-000023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Date: 15 Jun 2026, 9:20 PM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Coffee (Large) + Extra shot × 2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Sandwich (Veg) + Cheese × 1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 (Strong) × 1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Total: ₹355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188720"/>
            <a:ext cx="530352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4173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WhatsApp invoice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1874520"/>
            <a:ext cx="475488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 receives: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clean PDF invoice (with Order ID)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Bill text message (Order ID + item lines + total)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Optionally “Order Ready” message later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reduces disputes and improves customer trust.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630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Reports &amp; export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12191695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1097280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17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Exports for owners / accountants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874520"/>
            <a:ext cx="1042416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Export any date range (Today / 7 days / 30 days / All)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HTML table export (shareable report)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CSV export (opens in Excel) with summary + line-item details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4023360"/>
            <a:ext cx="1097280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2519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Sample day summary (example numbers)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4709160"/>
            <a:ext cx="10424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Orders: 42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Items sold: 97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Revenue: ₹18,640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Top items: Coffee, Sandwich, Tea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630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Deployment &amp; next steps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640080"/>
            <a:ext cx="12191695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188720"/>
            <a:ext cx="54864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173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Deployment options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874520"/>
            <a:ext cx="493776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Android: installable APK (EAS build)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iOS: EAS build (simulator or device with Apple credentials)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Desktop: Electron app (Windows/macOS)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Web: browser access for bigger screens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188720"/>
            <a:ext cx="530352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4173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1874520"/>
            <a:ext cx="475488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Pilot at 1 store for 3–7 days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Collect feedback from cashier + owner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Finalize customizations (logo, invoice text, extra fields)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C75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Training + go-live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779</Words>
  <Application>Microsoft Office PowerPoint</Application>
  <PresentationFormat>Widescreen</PresentationFormat>
  <Paragraphs>125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POS Billing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 Billing — Product Demo</dc:title>
  <dc:subject>Product demo deck</dc:subject>
  <dc:creator>POS Billing</dc:creator>
  <cp:lastModifiedBy>Narenthar S</cp:lastModifiedBy>
  <cp:revision>1</cp:revision>
  <dcterms:created xsi:type="dcterms:W3CDTF">2026-06-15T16:38:36Z</dcterms:created>
  <dcterms:modified xsi:type="dcterms:W3CDTF">2026-07-28T14:29:26Z</dcterms:modified>
</cp:coreProperties>
</file>