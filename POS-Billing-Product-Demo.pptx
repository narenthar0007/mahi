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 Billing &amp; Inventory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billing • Inventory management • WhatsApp PDF invoices • Order history &amp; export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937760"/>
            <a:ext cx="10789920" cy="9144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121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0749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shop: Naren Cafe (sample data)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Date: 15 Jun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109728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cover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4241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Business problem we solve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Solution overview &amp; platforms (Mobile/Web/Desktop)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features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 flow (Inventory → Billing → Invoice → History → Export)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Deployment options &amp;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product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3949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pain points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84632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Manual billing slows checkout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consistent receipts / invoices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Inventory and pricing errors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order history and reporting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Hard to share bills on WhatsApp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5303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75488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Longer queues and missed sales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disputes on totals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Revenue leakage due to wrong pricing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visibility into daily/weekly sales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10972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 Billing &amp; Inventory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simple, fast POS app designed for small shops/cafes.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items with base price, variants and add-ons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Quick cart billing with accurate totals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 and share WhatsApp PDF invoice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history with Order ID and export (HTML/CSV)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Android APK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iOS (EAS build)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 Go for quick testing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384048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452628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Runs in browser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Good for larger screens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Same features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840480"/>
            <a:ext cx="3566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452628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Electron desktop 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Windows/macOS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Uses built web bundle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 cart billing with quantities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Variants (e.g., Small/Medium/Large)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Add-ons (e.g., Extra cheese)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ID generated for every checkout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Invoices &amp; sharing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754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WhatsApp PDF invoice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SMS/Message bill 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phone optional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History &amp; export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4937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History (newest first)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Export date range to HTML / CSV (Excel)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Totals: orders, items, revenue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61772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License-key based login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Reset storage when needed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data (sample)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109728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menu setup (for demo)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4241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sample data while presenting: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Coffee — Base ₹60 | Variants: Small ₹50, Medium ₹60, Large ₹80 | Add-ons: Extra shot ₹20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 — Base ₹40 | Variants: Regular ₹40, Strong ₹45 | Add-ons: Lemon ₹5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Sandwich — Base ₹120 | Variants: Veg ₹120, Chicken ₹160 | Add-ons: Cheese ₹15, Extra sauce ₹10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Muffin — Base ₹70 | Add-ons: Chocolate ₹10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 (live)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109728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demo steps (5–7 minutes)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4241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Login with license key → show shop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2 items with variant + add-on (Inventory tab)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 to Billing → add items to cart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Enter customer WhatsApp number (optional) → Checkout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generated Order ID (e.g., ORD-000023)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Send WhatsApp PDF invoice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History → show order and export report (HTML/CSV)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order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bill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9377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ID: ORD-000023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Date: 15 Jun 2026, 9:20 PM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Coffee (Large) + Extra shot ×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Sandwich (Veg) + Cheese ×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 (Strong) × 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Total: ₹355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5303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WhatsApp invoice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75488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receives: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clean PDF invoice (with Order ID)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Bill text message (Order ID + item lines + total)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Optionally “Order Ready” message later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reduces disputes and improves customer trust.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Reports &amp; export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109728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Exports for owners / accountants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4241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Export any date range (Today / 7 days / 30 days / All)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HTML table export (shareable report)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CSV export (opens in Excel) with summary + line-item details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0972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519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day summary (example numbers)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10424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Orders: 42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Items sold: 97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Revenue: ₹18,640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Top items: Coffee, Sandwich, Tea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&amp;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options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9377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Android: installable APK (EAS build)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iOS: EAS build (simulator or device with Apple credentials)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Desktop: Electron app (Windows/macOS)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Web: browser access for bigger screens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188720"/>
            <a:ext cx="5303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75488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 at 1 store for 3–7 days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Collect feedback from cashier + owner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Finalize customizations (logo, invoice text, extra fields)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Training + go-live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POS Billing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 Billing — Product Demo</dc:title>
  <dc:subject>Product demo deck</dc:subject>
  <dc:creator>POS Billing</dc:creator>
  <cp:lastModifiedBy>POS Billing</cp:lastModifiedBy>
  <cp:revision>1</cp:revision>
  <dcterms:created xsi:type="dcterms:W3CDTF">2026-06-15T16:38:36Z</dcterms:created>
  <dcterms:modified xsi:type="dcterms:W3CDTF">2026-06-15T16:38:36Z</dcterms:modified>
</cp:coreProperties>
</file>