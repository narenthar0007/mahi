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7B313A-03EA-4041-AC9E-A65804F60B36}" v="1" dt="2026-07-28T14:33:50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enthar S" userId="bd7f1943de063947" providerId="LiveId" clId="{F91C9FC3-8A2C-491F-98BE-D93FCAD51124}"/>
    <pc:docChg chg="undo custSel modSld">
      <pc:chgData name="Narenthar S" userId="bd7f1943de063947" providerId="LiveId" clId="{F91C9FC3-8A2C-491F-98BE-D93FCAD51124}" dt="2026-07-29T15:17:07.039" v="66" actId="403"/>
      <pc:docMkLst>
        <pc:docMk/>
      </pc:docMkLst>
      <pc:sldChg chg="modSp mod">
        <pc:chgData name="Narenthar S" userId="bd7f1943de063947" providerId="LiveId" clId="{F91C9FC3-8A2C-491F-98BE-D93FCAD51124}" dt="2026-07-28T14:31:39.645" v="17" actId="1076"/>
        <pc:sldMkLst>
          <pc:docMk/>
          <pc:sldMk cId="0" sldId="256"/>
        </pc:sldMkLst>
        <pc:spChg chg="mod">
          <ac:chgData name="Narenthar S" userId="bd7f1943de063947" providerId="LiveId" clId="{F91C9FC3-8A2C-491F-98BE-D93FCAD51124}" dt="2026-07-28T14:31:26.717" v="14" actId="20577"/>
          <ac:spMkLst>
            <pc:docMk/>
            <pc:sldMk cId="0" sldId="256"/>
            <ac:spMk id="12" creationId="{00000000-0000-0000-0000-000000000000}"/>
          </ac:spMkLst>
        </pc:spChg>
        <pc:picChg chg="mod">
          <ac:chgData name="Narenthar S" userId="bd7f1943de063947" providerId="LiveId" clId="{F91C9FC3-8A2C-491F-98BE-D93FCAD51124}" dt="2026-07-28T14:31:39.645" v="17" actId="1076"/>
          <ac:picMkLst>
            <pc:docMk/>
            <pc:sldMk cId="0" sldId="256"/>
            <ac:picMk id="9" creationId="{00000000-0000-0000-0000-000000000000}"/>
          </ac:picMkLst>
        </pc:picChg>
      </pc:sldChg>
      <pc:sldChg chg="modSp mod">
        <pc:chgData name="Narenthar S" userId="bd7f1943de063947" providerId="LiveId" clId="{F91C9FC3-8A2C-491F-98BE-D93FCAD51124}" dt="2026-07-28T14:32:11.071" v="25" actId="1076"/>
        <pc:sldMkLst>
          <pc:docMk/>
          <pc:sldMk cId="0" sldId="260"/>
        </pc:sldMkLst>
        <pc:picChg chg="mod">
          <ac:chgData name="Narenthar S" userId="bd7f1943de063947" providerId="LiveId" clId="{F91C9FC3-8A2C-491F-98BE-D93FCAD51124}" dt="2026-07-28T14:31:53.534" v="20" actId="1076"/>
          <ac:picMkLst>
            <pc:docMk/>
            <pc:sldMk cId="0" sldId="260"/>
            <ac:picMk id="9" creationId="{00000000-0000-0000-0000-000000000000}"/>
          </ac:picMkLst>
        </pc:picChg>
        <pc:picChg chg="mod">
          <ac:chgData name="Narenthar S" userId="bd7f1943de063947" providerId="LiveId" clId="{F91C9FC3-8A2C-491F-98BE-D93FCAD51124}" dt="2026-07-28T14:32:00.209" v="22" actId="1076"/>
          <ac:picMkLst>
            <pc:docMk/>
            <pc:sldMk cId="0" sldId="260"/>
            <ac:picMk id="12" creationId="{00000000-0000-0000-0000-000000000000}"/>
          </ac:picMkLst>
        </pc:picChg>
        <pc:picChg chg="mod">
          <ac:chgData name="Narenthar S" userId="bd7f1943de063947" providerId="LiveId" clId="{F91C9FC3-8A2C-491F-98BE-D93FCAD51124}" dt="2026-07-28T14:32:11.071" v="25" actId="1076"/>
          <ac:picMkLst>
            <pc:docMk/>
            <pc:sldMk cId="0" sldId="260"/>
            <ac:picMk id="15" creationId="{00000000-0000-0000-0000-000000000000}"/>
          </ac:picMkLst>
        </pc:picChg>
      </pc:sldChg>
      <pc:sldChg chg="modSp mod">
        <pc:chgData name="Narenthar S" userId="bd7f1943de063947" providerId="LiveId" clId="{F91C9FC3-8A2C-491F-98BE-D93FCAD51124}" dt="2026-07-28T14:32:24.719" v="27" actId="1076"/>
        <pc:sldMkLst>
          <pc:docMk/>
          <pc:sldMk cId="0" sldId="262"/>
        </pc:sldMkLst>
        <pc:picChg chg="mod">
          <ac:chgData name="Narenthar S" userId="bd7f1943de063947" providerId="LiveId" clId="{F91C9FC3-8A2C-491F-98BE-D93FCAD51124}" dt="2026-07-28T14:32:24.719" v="27" actId="1076"/>
          <ac:picMkLst>
            <pc:docMk/>
            <pc:sldMk cId="0" sldId="262"/>
            <ac:picMk id="11" creationId="{00000000-0000-0000-0000-000000000000}"/>
          </ac:picMkLst>
        </pc:picChg>
      </pc:sldChg>
      <pc:sldChg chg="modSp mod">
        <pc:chgData name="Narenthar S" userId="bd7f1943de063947" providerId="LiveId" clId="{F91C9FC3-8A2C-491F-98BE-D93FCAD51124}" dt="2026-07-29T15:17:07.039" v="66" actId="403"/>
        <pc:sldMkLst>
          <pc:docMk/>
          <pc:sldMk cId="0" sldId="263"/>
        </pc:sldMkLst>
        <pc:spChg chg="mod">
          <ac:chgData name="Narenthar S" userId="bd7f1943de063947" providerId="LiveId" clId="{F91C9FC3-8A2C-491F-98BE-D93FCAD51124}" dt="2026-07-28T14:30:54.462" v="1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Narenthar S" userId="bd7f1943de063947" providerId="LiveId" clId="{F91C9FC3-8A2C-491F-98BE-D93FCAD51124}" dt="2026-07-29T15:17:07.039" v="66" actId="403"/>
          <ac:spMkLst>
            <pc:docMk/>
            <pc:sldMk cId="0" sldId="263"/>
            <ac:spMk id="8" creationId="{00000000-0000-0000-0000-000000000000}"/>
          </ac:spMkLst>
        </pc:spChg>
        <pc:spChg chg="mod">
          <ac:chgData name="Narenthar S" userId="bd7f1943de063947" providerId="LiveId" clId="{F91C9FC3-8A2C-491F-98BE-D93FCAD51124}" dt="2026-07-29T15:16:58.969" v="61" actId="404"/>
          <ac:spMkLst>
            <pc:docMk/>
            <pc:sldMk cId="0" sldId="263"/>
            <ac:spMk id="9" creationId="{00000000-0000-0000-0000-000000000000}"/>
          </ac:spMkLst>
        </pc:spChg>
      </pc:sldChg>
      <pc:sldChg chg="modSp mod">
        <pc:chgData name="Narenthar S" userId="bd7f1943de063947" providerId="LiveId" clId="{F91C9FC3-8A2C-491F-98BE-D93FCAD51124}" dt="2026-07-28T14:33:50.768" v="49"/>
        <pc:sldMkLst>
          <pc:docMk/>
          <pc:sldMk cId="0" sldId="268"/>
        </pc:sldMkLst>
        <pc:spChg chg="mod">
          <ac:chgData name="Narenthar S" userId="bd7f1943de063947" providerId="LiveId" clId="{F91C9FC3-8A2C-491F-98BE-D93FCAD51124}" dt="2026-07-28T14:33:50.768" v="49"/>
          <ac:spMkLst>
            <pc:docMk/>
            <pc:sldMk cId="0" sldId="268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1612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3" name="Image 0" descr="C:\Users\Naren\OneDrive\Desktop\mahi\assets\nam-bil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77240"/>
            <a:ext cx="1143000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48840" y="960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DEMO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148840" y="12801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NAM bill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777240" y="21945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8B8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POS billing for shops &amp; cafés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27432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A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 ·  Billing  ·  GST  ·  WhatsApp PDF invoices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A9A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history  ·  Sales reports  ·  Android · Web · Windows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818120" y="914400"/>
            <a:ext cx="3246120" cy="4855464"/>
          </a:xfrm>
          <a:prstGeom prst="roundRect">
            <a:avLst/>
          </a:prstGeom>
          <a:solidFill>
            <a:srgbClr val="0A1624"/>
          </a:solidFill>
          <a:ln w="12700">
            <a:solidFill>
              <a:srgbClr val="1A2C40"/>
            </a:solidFill>
            <a:prstDash val="solid"/>
          </a:ln>
        </p:spPr>
      </p:sp>
      <p:pic>
        <p:nvPicPr>
          <p:cNvPr id="9" name="Image 1" descr="C:\Users\Naren\OneDrive\Desktop\mahi\website\assets\ppt\shot-bil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234440"/>
            <a:ext cx="2845868" cy="43147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18120" y="580644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billing UI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7240" y="5074920"/>
            <a:ext cx="6583680" cy="1097280"/>
          </a:xfrm>
          <a:prstGeom prst="roundRect">
            <a:avLst/>
          </a:prstGeom>
          <a:solidFill>
            <a:srgbClr val="0C1524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530352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shop: Naren Cafe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DE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Walkthrough: Inventory → Billing → Invoice → History → Export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0B14"/>
          </a:solidFill>
          <a:ln/>
        </p:spPr>
      </p:sp>
      <p:pic>
        <p:nvPicPr>
          <p:cNvPr id="3" name="Image 0" descr="C:\Users\Naren\OneDrive\Desktop\mahi\assets\nam-bil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05840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 bill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280160"/>
            <a:ext cx="3611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481328"/>
            <a:ext cx="3099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 Problem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1901952"/>
            <a:ext cx="30998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paper billing fails at the counter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34840" y="1280160"/>
            <a:ext cx="3611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90872" y="1481328"/>
            <a:ext cx="3099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 Product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690872" y="1901952"/>
            <a:ext cx="30998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NAM bill does in one suite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0" y="1280160"/>
            <a:ext cx="3611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85632" y="1481328"/>
            <a:ext cx="3099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 UI tour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485632" y="1901952"/>
            <a:ext cx="30998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Inventory, Billing, History screens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749040"/>
            <a:ext cx="3611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112" y="3950208"/>
            <a:ext cx="3099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 Live flow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96112" y="4370832"/>
            <a:ext cx="30998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5–7 minute demo checklist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34840" y="3749040"/>
            <a:ext cx="3611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90872" y="3950208"/>
            <a:ext cx="3099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  Reports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690872" y="4370832"/>
            <a:ext cx="30998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Exports owners &amp; accountants use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29600" y="3749040"/>
            <a:ext cx="3611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85632" y="3950208"/>
            <a:ext cx="3099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  Go-live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485632" y="4370832"/>
            <a:ext cx="30998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Platforms, license, next steps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0B14"/>
          </a:solidFill>
          <a:ln/>
        </p:spPr>
      </p:sp>
      <p:pic>
        <p:nvPicPr>
          <p:cNvPr id="3" name="Image 0" descr="C:\Users\Naren\OneDrive\Desktop\mahi\assets\nam-bil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product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05840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 bill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143000"/>
            <a:ext cx="53949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344168"/>
            <a:ext cx="4882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pain points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1764792"/>
            <a:ext cx="488289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Manual totals slow checkout during rush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Variants &amp; add-ons get missed on paper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Customers ask for WhatsApp bills — staff retype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clean order history or Order 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Owner has no daily/weekly sales view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Heavy POS hardware is expensive &amp; slow to set up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143000"/>
            <a:ext cx="5303520" cy="5212080"/>
          </a:xfrm>
          <a:prstGeom prst="roundRect">
            <a:avLst/>
          </a:prstGeom>
          <a:solidFill>
            <a:srgbClr val="FFF9E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9672" y="1344168"/>
            <a:ext cx="4791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shops need instead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19672" y="1764792"/>
            <a:ext cx="479145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Tap-to-bill on phone or counter PC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GST, FSSAI, GSTIN on professional invoices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WhatsApp PDF in seconds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Menu with variants, add-ons, bulk import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History + Excel/HTML exports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Works offline after install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0B14"/>
          </a:solidFill>
          <a:ln/>
        </p:spPr>
      </p:sp>
      <p:pic>
        <p:nvPicPr>
          <p:cNvPr id="3" name="Image 0" descr="C:\Users\Naren\OneDrive\Desktop\mahi\assets\nam-bil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overview — NAM bill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05840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 bill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143000"/>
            <a:ext cx="10972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344168"/>
            <a:ext cx="10460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licensed suite for the counter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1764792"/>
            <a:ext cx="1046073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POS for cafés, stalls, and retail counters.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Inventory with variants, add-ons, categories, and CSV bulk import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Fast cart billing with GST toggle, paid status, and Order IDs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WhatsApp PDF invoices + Order Ready messages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History, sales stats, backup/restore, themes, and multi-language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520440"/>
            <a:ext cx="36118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3721608"/>
            <a:ext cx="3099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Android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96112" y="4142232"/>
            <a:ext cx="309981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Installable APK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Cashier / waiter phone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Expo Go in shops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34840" y="3520440"/>
            <a:ext cx="36118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90872" y="3721608"/>
            <a:ext cx="3099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90872" y="4142232"/>
            <a:ext cx="309981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Browser counter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Laptop / tablet demos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Same feature set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29600" y="3520440"/>
            <a:ext cx="33375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85632" y="3721608"/>
            <a:ext cx="2825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Windows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485632" y="4142232"/>
            <a:ext cx="282549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Electron desktop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NSIS installer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Fixed shop PC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0B14"/>
          </a:solidFill>
          <a:ln/>
        </p:spPr>
      </p:sp>
      <p:pic>
        <p:nvPicPr>
          <p:cNvPr id="3" name="Image 0" descr="C:\Users\Naren\OneDrive\Desktop\mahi\assets\nam-bil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UI — three core screens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05840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 bill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868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these live during the demo (phone or browser)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60120" y="1280160"/>
            <a:ext cx="3063240" cy="4764024"/>
          </a:xfrm>
          <a:prstGeom prst="roundRect">
            <a:avLst/>
          </a:prstGeom>
          <a:solidFill>
            <a:srgbClr val="0A1624"/>
          </a:solidFill>
          <a:ln w="12700">
            <a:solidFill>
              <a:srgbClr val="1A2C40"/>
            </a:solidFill>
            <a:prstDash val="solid"/>
          </a:ln>
        </p:spPr>
      </p:sp>
      <p:pic>
        <p:nvPicPr>
          <p:cNvPr id="9" name="Image 1" descr="C:\Users\Naren\OneDrive\Desktop\mahi\website\assets\ppt\shot-inven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495" y="1545336"/>
            <a:ext cx="2680490" cy="42336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60807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Inventory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663440" y="1280160"/>
            <a:ext cx="3063240" cy="4764024"/>
          </a:xfrm>
          <a:prstGeom prst="roundRect">
            <a:avLst/>
          </a:prstGeom>
          <a:solidFill>
            <a:srgbClr val="0A1624"/>
          </a:solidFill>
          <a:ln w="12700">
            <a:solidFill>
              <a:srgbClr val="1A2C40"/>
            </a:solidFill>
            <a:prstDash val="solid"/>
          </a:ln>
        </p:spPr>
      </p:sp>
      <p:pic>
        <p:nvPicPr>
          <p:cNvPr id="12" name="Image 2" descr="C:\Users\Naren\OneDrive\Desktop\mahi\website\assets\ppt\shot-bill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0609" y="1545336"/>
            <a:ext cx="2610782" cy="412357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63440" y="60807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Billing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366760" y="1280160"/>
            <a:ext cx="3063240" cy="4764024"/>
          </a:xfrm>
          <a:prstGeom prst="roundRect">
            <a:avLst/>
          </a:prstGeom>
          <a:solidFill>
            <a:srgbClr val="0A1624"/>
          </a:solidFill>
          <a:ln w="12700">
            <a:solidFill>
              <a:srgbClr val="1A2C40"/>
            </a:solidFill>
            <a:prstDash val="solid"/>
          </a:ln>
        </p:spPr>
      </p:sp>
      <p:pic>
        <p:nvPicPr>
          <p:cNvPr id="15" name="Image 3" descr="C:\Users\Naren\OneDrive\Desktop\mahi\website\assets\ppt\shot-his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1389" y="1528821"/>
            <a:ext cx="2680491" cy="42336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66760" y="60807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Order History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0B14"/>
          </a:solidFill>
          <a:ln/>
        </p:spPr>
      </p:sp>
      <p:pic>
        <p:nvPicPr>
          <p:cNvPr id="3" name="Image 0" descr="C:\Users\Naren\OneDrive\Desktop\mahi\assets\nam-bil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05840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 bill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143000"/>
            <a:ext cx="36118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344168"/>
            <a:ext cx="3099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Billing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1764792"/>
            <a:ext cx="309981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&amp; sort menu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 qty control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GST 5% toggle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paid + Order ID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34840" y="1143000"/>
            <a:ext cx="36118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90872" y="1344168"/>
            <a:ext cx="3099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Inventory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690872" y="1764792"/>
            <a:ext cx="309981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Variants &amp; add-ons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Bulk CSV import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/ delete items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0" y="1143000"/>
            <a:ext cx="36118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85632" y="1344168"/>
            <a:ext cx="3099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Invoices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485632" y="1764792"/>
            <a:ext cx="309981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 PDF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FSSAI &amp; GSTIN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Resend from history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Ready message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794760"/>
            <a:ext cx="36118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112" y="3995928"/>
            <a:ext cx="3099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History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96112" y="4416552"/>
            <a:ext cx="309981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ID lookup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/ unpaid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stats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filters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34840" y="3794760"/>
            <a:ext cx="36118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90872" y="3995928"/>
            <a:ext cx="3099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690872" y="4416552"/>
            <a:ext cx="309981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/ 7 / 30 / custom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table export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for Excel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29600" y="3794760"/>
            <a:ext cx="36118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85632" y="3995928"/>
            <a:ext cx="3099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Shop ops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485632" y="4416552"/>
            <a:ext cx="309981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License login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Themes &amp; branding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i18n languages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/ restore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0B14"/>
          </a:solidFill>
          <a:ln/>
        </p:spPr>
      </p:sp>
      <p:pic>
        <p:nvPicPr>
          <p:cNvPr id="3" name="Image 0" descr="C:\Users\Naren\OneDrive\Desktop\mahi\assets\nam-bil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data (sample menu)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05840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 bill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143000"/>
            <a:ext cx="69494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344168"/>
            <a:ext cx="6437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this menu while presenting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1764792"/>
            <a:ext cx="643737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Coffee — Base ₹60 | S ₹50 · M ₹60 · L ₹80 | Extra shot ₹20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Masala Tea — Base ₹40 | Regular ₹40 · Strong ₹45 | Lemon ₹5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Sandwich — Base ₹120 | Veg ₹120 · Chicken ₹160 | Cheese ₹15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Muffin — Base ₹55 / ₹70 | Chocolate add-on ₹10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Pasta — Base ₹160 | plain or with add-ons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Brownie — Base ₹70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 bulk-import the full menu from CSV for a faster setup demo.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955280" y="1143000"/>
            <a:ext cx="3474720" cy="4901184"/>
          </a:xfrm>
          <a:prstGeom prst="roundRect">
            <a:avLst/>
          </a:prstGeom>
          <a:solidFill>
            <a:srgbClr val="0A1624"/>
          </a:solidFill>
          <a:ln w="12700">
            <a:solidFill>
              <a:srgbClr val="1A2C40"/>
            </a:solidFill>
            <a:prstDash val="solid"/>
          </a:ln>
        </p:spPr>
      </p:sp>
      <p:pic>
        <p:nvPicPr>
          <p:cNvPr id="11" name="Image 1" descr="C:\Users\Naren\OneDrive\Desktop\mahi\website\assets\ppt\shot-inven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793" y="1416947"/>
            <a:ext cx="3013577" cy="429805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55280" y="60807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screen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0B14"/>
          </a:solidFill>
          <a:ln/>
        </p:spPr>
      </p:sp>
      <p:pic>
        <p:nvPicPr>
          <p:cNvPr id="3" name="Image 0" descr="C:\Users\Naren\OneDrive\Desktop\mahi\assets\nam-bil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flow (5–7 minutes)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05840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 bill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143000"/>
            <a:ext cx="109728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344168"/>
            <a:ext cx="10460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</a:t>
            </a: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walkthrough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1764792"/>
            <a:ext cx="1046073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1. Login with license key → show shop name on header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2. Settings: shop name, FSSAI, GSTIN, theme colors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3. Inventory: add Coffee with S/M/L + Extra shot (or bulk import)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4. Billing: add Coffee (Large) + Extra shot, Sandwich (Veg) + Cheese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5. Toggle GST 5% · enter WhatsApp number · Mark Paid → Checkout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6. Show Order ID (e.g. ORD-000042) → send WhatsApp PDF invoice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7. History: open order, resend invoice / Order Ready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8. Export Today report as HTML + CSV · open sales stats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9. Optional: export backup JSON → explain restore on new phone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0B14"/>
          </a:solidFill>
          <a:ln/>
        </p:spPr>
      </p:sp>
      <p:pic>
        <p:nvPicPr>
          <p:cNvPr id="3" name="Image 0" descr="C:\Users\Naren\OneDrive\Desktop\mahi\assets\nam-bil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order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05840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 bill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143000"/>
            <a:ext cx="54864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344168"/>
            <a:ext cx="4974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bill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1764792"/>
            <a:ext cx="497433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ID: ORD-000042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Shop: Naren Cafe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Coffee (Large) + Extra shot × 2  —  ₹200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Sandwich (Veg) + Cheese × 1     —  ₹135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Mineral Water × 1               —   ₹25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Subtotal: ₹360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GST 5%: ₹18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Grand Total: ₹378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1143000"/>
            <a:ext cx="5212080" cy="5212080"/>
          </a:xfrm>
          <a:prstGeom prst="roundRect">
            <a:avLst/>
          </a:prstGeom>
          <a:solidFill>
            <a:srgbClr val="FFF9E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11112" y="1344168"/>
            <a:ext cx="4700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customer gets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11112" y="1764792"/>
            <a:ext cx="470001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Professional PDF tax invoice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Shop name, FSSAI, GSTIN (if set)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Item lines with variants &amp; add-ons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ID for easy reference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Optional “Order Ready” WhatsApp later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0B14"/>
          </a:solidFill>
          <a:ln/>
        </p:spPr>
      </p:sp>
      <p:pic>
        <p:nvPicPr>
          <p:cNvPr id="3" name="Image 0" descr="C:\Users\Naren\OneDrive\Desktop\mahi\assets\nam-bil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Reports, stats &amp; backup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05840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 bill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143000"/>
            <a:ext cx="36576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344168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Exports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1764792"/>
            <a:ext cx="314553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Today / 7 / 30 / All / custom dates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HTML table — share instantly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CSV — opens in Excel / Sheets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Line items, variants, totals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1143000"/>
            <a:ext cx="36576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36592" y="1344168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 stats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36592" y="1764792"/>
            <a:ext cx="314553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Revenue for selected range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Orders &amp; items sold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Top-selling items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Owner-friendly snapshot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321040" y="1143000"/>
            <a:ext cx="32461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77072" y="1344168"/>
            <a:ext cx="2734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Backup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577072" y="1764792"/>
            <a:ext cx="273405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Export menu + orders + settings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Import on a new device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Safe shop migrations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0B14"/>
          </a:solidFill>
          <a:ln/>
        </p:spPr>
      </p:sp>
      <p:pic>
        <p:nvPicPr>
          <p:cNvPr id="3" name="Image 0" descr="C:\Users\Naren\OneDrive\Desktop\mahi\assets\nam-bil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&amp; license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05840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 bill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143000"/>
            <a:ext cx="54864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344168"/>
            <a:ext cx="4974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shops run it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1764792"/>
            <a:ext cx="497433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Android APK for floor staff phones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Web browser for laptop / tablet counters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Windows Electron installer for fixed PCs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 codebase — same UX everywhere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Offline-capable billing after install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1143000"/>
            <a:ext cx="5212080" cy="5212080"/>
          </a:xfrm>
          <a:prstGeom prst="roundRect">
            <a:avLst/>
          </a:prstGeom>
          <a:solidFill>
            <a:srgbClr val="FFF9E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11112" y="1344168"/>
            <a:ext cx="4700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License model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11112" y="1764792"/>
            <a:ext cx="470001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Shop name + 10-character license key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Time-bound validity with renewal code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Optional API credentials for integrations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Simple for pilots and partner distribution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40B14"/>
          </a:solidFill>
          <a:ln/>
        </p:spPr>
      </p:sp>
      <p:pic>
        <p:nvPicPr>
          <p:cNvPr id="3" name="Image 0" descr="C:\Users\Naren\OneDrive\Desktop\mahi\assets\nam-bil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 after the demo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05840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 bill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143000"/>
            <a:ext cx="10972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344168"/>
            <a:ext cx="10460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path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1764792"/>
            <a:ext cx="104607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Pilot at 1 shop for 3–7 days with real menu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Collect feedback from cashier + owner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Finalize branding (logo, theme, invoice fields)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Train staff → go live → renewals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566160"/>
            <a:ext cx="53949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3767328"/>
            <a:ext cx="4882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prepare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96112" y="4187952"/>
            <a:ext cx="488289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Shop name + license key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Menu CSV (or 8–12 items ready)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FSSAI / GSTIN if needed on bills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Android phone or laptop for demo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63640" y="3566160"/>
            <a:ext cx="5303520" cy="2788920"/>
          </a:xfrm>
          <a:prstGeom prst="roundRect">
            <a:avLst/>
          </a:prstGeom>
          <a:solidFill>
            <a:srgbClr val="F0F7F4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19672" y="3767328"/>
            <a:ext cx="4791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Success signals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519672" y="4187952"/>
            <a:ext cx="479145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First bill under 30 seconds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WhatsApp invoice sent successfully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Owner exports today’s sales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Staff can bill without help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4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3" name="Image 0" descr="C:\Users\Naren\OneDrive\Desktop\mahi\assets\nam-bil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016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560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Ready for a live walkthrough?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77240" y="32918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C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 bill — Simple · Fast · Professional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77240" y="4114800"/>
            <a:ext cx="10515600" cy="1828800"/>
          </a:xfrm>
          <a:prstGeom prst="roundRect">
            <a:avLst/>
          </a:prstGeom>
          <a:solidFill>
            <a:srgbClr val="0C1524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443484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app → login → bill a sample order → send WhatsApp invoice.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>
                <a:solidFill>
                  <a:srgbClr val="DDE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Contact: </a:t>
            </a:r>
            <a:r>
              <a:rPr lang="en-US" sz="1600" dirty="0" err="1">
                <a:solidFill>
                  <a:srgbClr val="DDE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Bluvent</a:t>
            </a:r>
            <a:r>
              <a:rPr lang="en-US" sz="1600" dirty="0">
                <a:solidFill>
                  <a:srgbClr val="DDE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WhatsApp:  93805 47492·  Email: [Your email]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1114</Words>
  <Application>Microsoft Office PowerPoint</Application>
  <PresentationFormat>Widescreen</PresentationFormat>
  <Paragraphs>202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NAM bill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 bill — Product Demo</dc:title>
  <dc:subject>Product demo deck</dc:subject>
  <dc:creator>NAM bill</dc:creator>
  <cp:lastModifiedBy>Narenthar S</cp:lastModifiedBy>
  <cp:revision>1</cp:revision>
  <dcterms:created xsi:type="dcterms:W3CDTF">2026-07-28T14:29:36Z</dcterms:created>
  <dcterms:modified xsi:type="dcterms:W3CDTF">2026-07-29T15:17:13Z</dcterms:modified>
</cp:coreProperties>
</file>